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29E57-D0B2-433D-B2FE-6DF4253D34BC}" v="4" dt="2026-08-18T03:33:03.727"/>
    <p1510:client id="{C6A7474B-2CB6-4D67-90F3-929B8173A371}" v="13" dt="2026-08-18T03:36:00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1C96-BD66-9612-2CB7-D34625042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1E13E-2242-A141-C724-A2175B240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599A-2480-AEC1-232B-1ABC112C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75F2-1FF9-416D-C870-66EBCD44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C7AED-335C-837D-5AE9-1503BCE4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52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514-CE96-857C-DB41-F65E5640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D535-EE3A-9E04-BBBB-2A4425591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BF289-BCC8-D96C-920C-889235D8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913F-50F9-6D39-1ABD-31E55B9C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CC33-704E-003C-6716-E1D6006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A64D-9028-A7D9-E4A1-D929A03C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9FF09-7540-D611-CB0F-51A1B66BE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B05C4-5121-9714-8380-B0D56B03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9338A-4C84-2FDF-6E75-A9BFEC95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B13D2-43A4-A0A1-0101-83F1D1BB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7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128D-D6D8-76B5-257A-3178D748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7D404-FC67-8E05-8D13-D8AB14116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4A9EB-096F-AC29-886B-2896B20DF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C5CE-3FDC-40E4-25C5-EEB65133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F8352-F040-3817-B9CC-F4817AB7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53C04-2B5E-E079-89FC-512A4254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1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627F-7EA8-A016-F521-64E6BCD6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4E794-10BC-697B-9433-5E72CE95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644CD-1CDA-06C5-39BE-8911F3814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CD7B25-E638-D3B0-4AD7-DB06B4577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A4FF5-6903-000F-A648-62467C538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588D8-36DB-827E-0C3F-9F558809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F0108-7655-9E4C-452C-1B24FC3D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AC3E2-C56B-2363-936D-81C981B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31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168D-7B64-1794-AED8-08DD5F95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BF23B-C2A9-E05B-244F-5055FF19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4A1E6-2DF0-4896-5BF7-2C0F5E1D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E4E81-CDF3-C430-06E1-B4224180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86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B92FE-DC87-0D9D-F693-4F490A05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B7435-7AEF-2CFA-C6B2-979FB746A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8F67-2EFF-00BA-2B36-7F9E66FA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7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CE20-B0C0-B324-955B-87C0F3D5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D607-4F88-5709-F802-24527DA39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A247E-A1A4-7A62-B954-DB16EEDB7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01B72-49BB-87EC-1E56-E87D25EA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C0B56-7964-2C62-4F13-61AE734C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60FD0-D212-76B3-844B-BCAECE15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5452-3A7C-B371-6BE0-AB4ED23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4CDA9-F9A4-538B-7791-F9B21D902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D59AC-AB00-1171-6FC4-7E550568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B1EE5-0349-86CC-527F-56BA9680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E52F2-DDB3-DB35-F60E-1E03DEAA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B36C2-C173-749A-769F-FBCED702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9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DEE3-BB44-E5D9-CB26-1C4C8123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AF4AF-A867-A0DC-9E55-F6CB61093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0675C-742C-CDD1-C17F-75310000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56D4-C1ED-4A2B-9B40-1FD86B97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3E15-F111-77AA-DCBA-34DC7930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3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266FD-8F50-63ED-6CA4-41B5465C5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0C09B-C088-C770-A1E3-D035E05C2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2114D-9364-B972-1B76-3AD420CB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A5E44-0658-93F1-D300-88FA8552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CC00-53CA-AB1A-4670-C85FF5DB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5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A881F-C642-01C2-1898-916EFB27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A46A-E74A-B5FE-4060-DB54F3176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470E-FFC9-5B0C-6894-AD3F93FA8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D3DF1-71A0-43E3-A868-4F0E570AEF6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E1D97-C62C-B78B-4B53-5E3095077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F5611-29D4-372F-6524-11A79E778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58398-4D09-4F5D-9774-835B0BC20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23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Web of wires showing connections between groups and singles">
            <a:extLst>
              <a:ext uri="{FF2B5EF4-FFF2-40B4-BE49-F238E27FC236}">
                <a16:creationId xmlns:a16="http://schemas.microsoft.com/office/drawing/2014/main" id="{B20A1E23-F10F-47E6-7FAB-F5E182FA1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1" r="15652" b="908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AF77A-C72D-5B55-7366-ABC3D8DB1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3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 OF ADVANCED REINFORCEMENT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A91DA-AA9E-D10C-61CC-F099C3003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13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MLA0369-REINFORCEMENT LEARNING</a:t>
            </a:r>
          </a:p>
          <a:p>
            <a:pPr algn="l"/>
            <a:r>
              <a:rPr lang="en-IN" sz="13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pPr algn="l"/>
            <a:r>
              <a:rPr lang="en-IN" sz="13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</a:t>
            </a:r>
          </a:p>
          <a:p>
            <a:pPr algn="l"/>
            <a:r>
              <a:rPr lang="en-IN" sz="13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MEGHANA - 192472351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65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A12CD-1BCA-C2B9-CBE0-D1512BD6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Manufacturing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932AF22-E307-15A8-9AA4-A55E97B2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enables intelligent decision-making in manufacturing systems.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RL agents learn optimal actions through interaction with machines and production environments.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 scheduling and resource allocation</a:t>
            </a: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Optimizes the operation of industrial robots and automated machinery.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</a:t>
            </a: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 by learning machine operating patterns.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machine downtime and production delays.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adjusts production parameters according to changing conditions.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 quality by optimizing manufacturing processes.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consumption and operational costs. </a:t>
            </a:r>
          </a:p>
          <a:p>
            <a:pPr marL="0" lvl="0" indent="0">
              <a:buNone/>
            </a:pPr>
            <a:r>
              <a:rPr lang="en-IN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 An RL agent can automatically select the best production schedule based on machine availability and workload.</a:t>
            </a:r>
          </a:p>
        </p:txBody>
      </p:sp>
      <p:pic>
        <p:nvPicPr>
          <p:cNvPr id="13" name="Picture 12" descr="Machine in a laboratory">
            <a:extLst>
              <a:ext uri="{FF2B5EF4-FFF2-40B4-BE49-F238E27FC236}">
                <a16:creationId xmlns:a16="http://schemas.microsoft.com/office/drawing/2014/main" id="{86FE07D5-7C48-2E9E-6147-6D8DCFE5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81" r="16806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2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83F82E-FB77-463E-720C-768ADE3D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1590724-7719-72AD-BF36-E5DA04A4A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enables autonomous vehicles to make real-time driving decisions.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vehicle acts as an agent, while roads and traffic form the environment.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optimal actions such as steering, acceleration, braking, and lane changing.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autonomous navigation and path planning.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vehicles respond to changing traffic conditions.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collision avoidance and safe driving decisions.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optimize driving speed to reduce fuel or battery consumption.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from different road, weather, and traffic conditions.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driving efficiency and passenger safety. </a:t>
            </a:r>
          </a:p>
          <a:p>
            <a:pPr marL="0" lvl="0" indent="0">
              <a:buNone/>
            </a:pPr>
            <a:r>
              <a:rPr lang="en-IN" sz="17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1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RL-based vehicle learns the safest action when another vehicle suddenly changes lanes.</a:t>
            </a:r>
          </a:p>
        </p:txBody>
      </p:sp>
    </p:spTree>
    <p:extLst>
      <p:ext uri="{BB962C8B-B14F-4D97-AF65-F5344CB8AC3E}">
        <p14:creationId xmlns:p14="http://schemas.microsoft.com/office/powerpoint/2010/main" val="175959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B0F8F-8815-B91B-6980-6FACB9B7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Decision Support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0D94-E429-4052-E1E6-62221E56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RL can support healthcare professionals in making sequential treatment decisions.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The patient condition represents the state, while treatment actions represent possible decisions.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Learns suitable treatment strategies from patient responses and outcomes.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Used for personalized treatment planning.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Helps optimize medication dosage and treatment schedules.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Supports continuous patient monitoring and adaptive care.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Can assist in allocating hospital resources efficiently.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Helps identify treatment strategies that maximize long-term patient outcomes.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Can adapt decisions when the patient's health condition changes. </a:t>
            </a:r>
          </a:p>
          <a:p>
            <a:pPr marL="0" lvl="0" indent="0">
              <a:buNone/>
            </a:pPr>
            <a:r>
              <a:rPr lang="en-IN" sz="16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Example: An RL system can recommend the next treatment action based on a patient's changing health status.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04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CB203-1E9A-876D-B953-61616F42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Grid Energy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16EF-753D-0614-8C56-AE539C734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RL provides intelligent control for modern electrical power grids.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Learns how to balance </a:t>
            </a:r>
            <a:r>
              <a:rPr lang="en-IN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energy generation, storage, and consumption</a:t>
            </a: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Optimizes electricity distribution according to real-time demand.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integration of renewable energy sources such as </a:t>
            </a:r>
            <a:r>
              <a:rPr lang="en-IN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solar and wind</a:t>
            </a: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Used for battery charging and discharging optimization.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peak electricity demand.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demand-response management.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Improves grid stability and reliability.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wastage and operational costs. </a:t>
            </a:r>
          </a:p>
          <a:p>
            <a:pPr marL="0" lvl="0" indent="0">
              <a:buNone/>
            </a:pPr>
            <a:r>
              <a:rPr lang="en-IN" sz="19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1900">
                <a:latin typeface="Times New Roman" panose="02020603050405020304" pitchFamily="18" charset="0"/>
                <a:cs typeface="Times New Roman" panose="02020603050405020304" pitchFamily="18" charset="0"/>
              </a:rPr>
              <a:t> An RL agent decides when to charge or discharge a battery based on energy demand and renewable energy availability.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64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3D pattern of ring shapes connected by lines">
            <a:extLst>
              <a:ext uri="{FF2B5EF4-FFF2-40B4-BE49-F238E27FC236}">
                <a16:creationId xmlns:a16="http://schemas.microsoft.com/office/drawing/2014/main" id="{BEA58887-BA36-566D-8B80-64082C1F73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2" b="-2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503F59-DC2B-1F75-10E0-80C72BAE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and Network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B587-4017-15EF-9B77-DE2FE37DA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 enables communication networks to make adaptive resource-management decisions.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conditions are continuously monitored by the RL agent.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19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and spectrum allocation</a:t>
            </a: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Optimizes bandwidth distribution among multiple users.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network congestion.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routing and traffic management.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optimize transmission power and reduce interference.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throughput and communication quality.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latency and improves Quality of Service (QoS). </a:t>
            </a:r>
          </a:p>
          <a:p>
            <a:pPr marL="0" lvl="0" indent="0">
              <a:buNone/>
            </a:pPr>
            <a:r>
              <a:rPr lang="en-IN" sz="19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1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RL agent dynamically allocates available channels to users according to network traffic and channel conditions.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9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87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534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INDUSTRIAL APPLICATIONS OF ADVANCED REINFORCEMENT LEARNING</vt:lpstr>
      <vt:lpstr>Smart Manufacturing</vt:lpstr>
      <vt:lpstr>Autonomous Vehicles</vt:lpstr>
      <vt:lpstr>Healthcare Decision Support</vt:lpstr>
      <vt:lpstr>Smart Grid Energy Management</vt:lpstr>
      <vt:lpstr>Wireless Communication and Network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Mekala cheruvu Meghana</dc:creator>
  <cp:lastModifiedBy>Mekala cheruvu Meghana</cp:lastModifiedBy>
  <cp:revision>2</cp:revision>
  <dcterms:created xsi:type="dcterms:W3CDTF">2026-08-18T03:07:44Z</dcterms:created>
  <dcterms:modified xsi:type="dcterms:W3CDTF">2026-08-18T03:36:00Z</dcterms:modified>
</cp:coreProperties>
</file>